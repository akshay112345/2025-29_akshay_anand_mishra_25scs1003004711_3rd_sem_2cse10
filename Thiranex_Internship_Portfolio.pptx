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2926080" cy="292608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Project Portfolio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console-based C++ applications built during a project-based internship at Thiranex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Anand Mishra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ID: THX-AUG3126-123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 2026 – 30 Sept 2026  |  Remote / Project-Based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972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7739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C++ Programming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0972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511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 2026 – 30 Sept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0972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Project-Based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0972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1056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handling, OOP, and menu-driven console applications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LINEUP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Student Management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Bank Management Application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Library Management 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Mini Game (Tic Tac Toe / Snake)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Internship — C++ Programming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468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OF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502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Student Management System in C++ that efficiently manages student records using file handling and menu-driven operations.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6517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delete, and display student information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handling to store data persistently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menu-driven operations for smooth navigation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2651760"/>
            <a:ext cx="2926080" cy="31089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15400" y="32004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allows users to add, update, delete, and display student information with persistent data storage for reliable record management.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Internship — C++ Programming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468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OF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502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Management Application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based Bank Management Application that simulates core banking operations using object-oriented programming and file handling.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6517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features like deposit, withdrawal, and balance check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object-oriented programming concepts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customer data securely using file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2651760"/>
            <a:ext cx="2926080" cy="31089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15400" y="32004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and functional banking system capable of performing deposits, withdrawals, and balance inquiries while maintaining persistent customer records.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Internship — C++ Programming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468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OF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502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Management System that efficiently manages books, members, and borrowing records using structured or object-oriented programming.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6517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structures or classes for book and member details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book issue and return features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search functionality by title or author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2651760"/>
            <a:ext cx="2926080" cy="31089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15400" y="32004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enables book addition, issue and return processing, and search by title or author for streamlined library operations.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Internship — C++ Programming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468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OF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502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Game Project (Tic Tac Toe / Snake Game)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mini game in C++ that demonstrates core programming concepts such as loops, arrays, and conditional logic.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6517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loops, arrays, and condition statements for game logic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game board dynamically after each move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win/loss detection and replay options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2651760"/>
            <a:ext cx="2926080" cy="3108960"/>
          </a:xfrm>
          <a:prstGeom prst="roundRect">
            <a:avLst>
              <a:gd name="adj" fmla="val 375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15400" y="32004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console game showcasing solid command of core C++ programming logic, dynamic state updates, and clean control flow.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Internship — C++ Programming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repository documents my C++ Programming internship at Thiranex — four console applications covering file handling, OOP, and core programming logic.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29768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526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Anand Mishra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ID: THX-AUG3126-123  |  Thiranex Skill Development &amp; Future Tech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2026-08-31T06:27:54Z</dcterms:created>
  <dcterms:modified xsi:type="dcterms:W3CDTF">2026-08-31T06:27:54Z</dcterms:modified>
</cp:coreProperties>
</file>